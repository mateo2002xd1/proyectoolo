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9B574-9B65-47BC-A0F2-9192ECBEB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FF88BE-6FA1-48DC-BE4D-449623289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9DA523-6B59-4CCA-ACB4-8E6E962DF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89BFF1-8563-4D22-9AEA-D785566D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D44252-C786-4E73-AA75-79CE1A8B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253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A9719-28DF-4E8E-8D16-670778FC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134CC2-6AF9-4573-88F1-CD07D4ECE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9D34CE-8B24-4CF8-A787-CC8EDDB5D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1A3B72-604B-464E-8129-3E6E58E37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BD893-F9BB-43CF-90B6-0020A955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9853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E3CCD-EB55-48A1-8AD7-3B5AC82F6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B12477-82C6-4CD5-8F29-4CC4B3F05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0C9F3A-1C62-404D-8A07-373F2738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D8A4AE-F14A-4DA4-860E-5AE4CFF2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653CDF-28F7-4553-9AE2-E1C51509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8687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955E3-88AE-4FD8-92C4-DCFB3A946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C1482A-833F-4C86-A702-DFCF0E4BF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F34BE2-8E13-466C-AB90-98E555250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2CD1FA-2CA4-48C5-8DFD-22B8815F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B5D23A-CB0E-46FE-9539-4FFEDDE5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029ADB-1034-46FE-8F5E-CA319996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563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A1E91-6A2F-4A61-9F0B-7C8A73487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5F1654-9262-4AE6-A1E2-F4293E56F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E7171A-B8DA-4EC1-83EC-8D163BD5B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7B5C8D-2B0F-4DAB-B379-10A73D331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CDF62F-A84D-4F09-8779-5E4D2B6BD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C4E71A7-BC62-421C-8110-171487753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068A07D-7151-4E75-BB52-33F283BF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03F9D3-C5A4-4549-B398-6607945D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989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F6271-DE50-451C-A6BA-B84D2C97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99D2CC-F74D-43C8-ABAB-72E74608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4F6373-A0F0-40F6-8B7B-111B5978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B56483-40E7-4D51-A396-362314A8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08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7B0B95E-70AF-4C44-B28E-85443B33C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F975B9-2101-4B3D-A907-DE0C07209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D7440A-D2EF-47D2-A6EE-940394B0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40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50686-FD3B-43C3-8E09-E54391CC4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8031E0-A523-4FF9-A342-1DCBF6E30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E85339-9928-454C-BF3A-23152463B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1FB86B-51DA-4F77-8880-FB2178D91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48DEFF-E4DB-4AB9-83BE-96298FC49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DFCCB0-D11D-4DFE-AAB2-1B49E5CB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6699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26918-0A7B-40E1-AF6E-BE68F6D0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E5981FC-D223-4407-A7FC-DD7FA91C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B13AA0-2B1F-48C5-87CB-1E7FC7B56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2DC29D-B0BA-4817-A60D-B76A8E86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E42A02-5EB7-4A9E-AF85-FEF28DEE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37D575-8206-42CA-9139-A9577B49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309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084D0-0898-4915-A522-49F79C30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12D1CE-5A7D-4AA4-82E0-B44BBC290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6ABBAD-9724-42E5-AD74-CCBDAA1B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ABBC83-A9DD-4B68-A0A4-2875FBA6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B54F27-1F3E-4D85-A560-6E5168EC7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695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F9E1B3-53DB-435A-9432-6A4246C72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5B6B234-53F5-4EC1-8EE5-194A1A488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FF1B36-0249-42D4-875E-03E9AF56D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CA65C-6646-4A0C-AD09-3621A097B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85B153-0E9C-4B67-9E12-572B06D43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166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6656591-7E8F-4E68-9316-F51915A5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665A4C-711E-49EE-8E7C-C6120E441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2BF669-0CCA-4E0C-B0D6-5120984D7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5C1C-E9CE-4AA1-94C8-E4CD2760A316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93D1E9-0D7A-44FE-B1DB-AC6A321CE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2B3107-8DCB-4900-81C5-31A59E418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9DD63-8EA2-427E-A70B-A0F870530B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79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8B23F-7E2B-490B-85D6-09820E13B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B340D1-C160-44A0-954D-B3945E25B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B5F4B6-3A32-4FA0-96B7-E3D4C213F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09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65B04-9128-FE14-FB40-4715DFD9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sena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79E988-A066-FB1B-D8A2-F45FE763C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/>
              <a:t>ejemplo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440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sena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Samuel 🎂 González</dc:creator>
  <cp:lastModifiedBy>Juanse Giraldo</cp:lastModifiedBy>
  <cp:revision>2</cp:revision>
  <dcterms:created xsi:type="dcterms:W3CDTF">2026-07-24T20:00:52Z</dcterms:created>
  <dcterms:modified xsi:type="dcterms:W3CDTF">2026-07-28T14:40:08Z</dcterms:modified>
</cp:coreProperties>
</file>