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AE07D-0EB1-912D-1256-E465E368A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DB1668-258A-6CE0-5E9A-BAF4CC8B56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3CDA0A-E6BA-963E-7DDA-1882A727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7B16-888D-419E-9918-06D55A348858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B45963-BB27-68E1-2B0A-CFC035A46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C2CA5F-E0D0-3EA7-6751-22C11A547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B3E7-1ABC-4C80-A89C-1E5B602C39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6442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D6397F-63DF-942F-347C-36E75723B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1E1325-0BC4-36AA-3993-C1318B875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9AE824-6A43-E71E-9762-21E76D5EE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7B16-888D-419E-9918-06D55A348858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C10D54-3ED6-6915-C7AB-6AC44ADC7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51E0A9-31EB-B68D-9184-221DDE26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B3E7-1ABC-4C80-A89C-1E5B602C39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8494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F65D7-8B1F-AA39-D109-5B9815332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1BED83-7E5C-2504-5FA1-85E96DEB6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633FC6-C6FC-F1F1-9375-F03573D18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7B16-888D-419E-9918-06D55A348858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4C11DE-D13E-E198-4763-4EFC1B9D1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C3AD3E-F049-6424-6B92-396C86E78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B3E7-1ABC-4C80-A89C-1E5B602C39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0366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C77D7-7AE1-95DD-A518-0BED12BCB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7836FE-8AAD-291D-0E46-734BAD51C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3897D5-8F1F-630B-81CA-B9B0DE1F0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7E76AE-E140-28B2-033F-70FFC1FD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7B16-888D-419E-9918-06D55A348858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E6866C-5971-CD1D-568C-4F33F49BD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0F8CEE4-701E-C0D0-5907-E896954B7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B3E7-1ABC-4C80-A89C-1E5B602C39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669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2C3598-CC52-60E0-89B3-79255372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08DC75-D0FF-3D6A-CEB6-2A1CA5BE6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6CEAA7-1FB9-9366-3ED0-FF9853BFF9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B6D5A04-76A9-EB73-58CF-8F3F58C1F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73618AD-8D0E-947C-EF05-4AD3A8FA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1A93AD-0128-F6BB-F399-AE01CFA8D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7B16-888D-419E-9918-06D55A348858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6A99868-04CA-CAD0-DB8F-3F93CAC2C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5DBDCE5-F897-C037-DEFD-87F91F9E8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B3E7-1ABC-4C80-A89C-1E5B602C39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5893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359645-5AD8-BF76-ED00-D2DBD05F9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DE29E-EF3A-251C-FF68-B0D9E33C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7B16-888D-419E-9918-06D55A348858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6DE3D5-F6FB-E4BF-0AD4-CC25C55C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18BF882-4D3B-0BA8-9A95-95388FB5B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B3E7-1ABC-4C80-A89C-1E5B602C39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9715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66EBFFB-6753-9970-F172-3F960ECE4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7B16-888D-419E-9918-06D55A348858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1E682D4-A7C8-6647-56A3-C37B34BD7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653B93-BB13-ABA4-0D19-328A0DE16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B3E7-1ABC-4C80-A89C-1E5B602C39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2946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EECD90-232C-8D65-330C-56628FB98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8107C4-692A-705B-5831-40895BB97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7CCAFB7-B32D-3FD0-5467-3A551B51A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71A7BFE-43CA-7222-7035-01C033F65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7B16-888D-419E-9918-06D55A348858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F90142-A486-F013-58A5-D6A6C4FE2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2099DF-3854-7374-0294-7A0D270C0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B3E7-1ABC-4C80-A89C-1E5B602C39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537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785751-B5A3-8D56-C7E1-8F2E3410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8E6361C-0107-C9D7-8658-ABEF2F1F5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BD8DE9-BCBF-ACB3-C9AC-5C76A8FD4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12F88F-8212-F9F0-6C9E-E7E593DAD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7B16-888D-419E-9918-06D55A348858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70DD4F-02FB-EA41-6E81-A08470979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53E0F7-6B8B-A225-F9B8-D6517C714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B3E7-1ABC-4C80-A89C-1E5B602C39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9394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40F88-2F04-A7CF-A69D-942E3DD2D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D63B2A4-282A-8E43-2FC7-EA768B97C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2E0B5B-4E2B-D924-1B1D-2A8D5C93D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7B16-888D-419E-9918-06D55A348858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9EA2E5-46D4-3066-E81D-D238B21E7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8F6F22-3F85-C378-747E-7B7F3724B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B3E7-1ABC-4C80-A89C-1E5B602C39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1399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8ED9C7C-2E16-FED5-178C-0DD2901AF4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50372D-9A69-2EC2-464B-C5CEDB706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3D7101-57F4-4AF6-0987-816C67C8A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7B16-888D-419E-9918-06D55A348858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1125AA-3795-C75A-A088-03E9A267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A0FC5A-A3B8-3369-A843-AEB7BDC29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B3E7-1ABC-4C80-A89C-1E5B602C39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601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97F9E76-B617-D0DF-D08C-5B4943071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3334A5-D441-7F08-EF55-9DE32F2E1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3B1DE4-8680-2D5A-EA38-CD928D60C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037B16-888D-419E-9918-06D55A348858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CF377C-AA4F-B68B-C7A9-72DD53E7A0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4E5B7D-9430-C43D-407F-2C8E152EAC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E1B3E7-1ABC-4C80-A89C-1E5B602C39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5166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2037CB-6B70-035F-B61C-25C171641C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E2DA2D-E476-EFE0-7433-B7C2789FCB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4AC2EC-AC39-8B6D-0F35-BF43E0457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96" y="158790"/>
            <a:ext cx="11787075" cy="657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8877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Juanse Giraldo</dc:creator>
  <cp:lastModifiedBy>Juanse Giraldo</cp:lastModifiedBy>
  <cp:revision>1</cp:revision>
  <dcterms:created xsi:type="dcterms:W3CDTF">2026-07-24T20:03:26Z</dcterms:created>
  <dcterms:modified xsi:type="dcterms:W3CDTF">2026-07-24T20:03:37Z</dcterms:modified>
</cp:coreProperties>
</file>