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AEE73-178A-4DBE-967A-BCA6B987C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CAED5B-DE8A-4BFC-971C-1244E5539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854578-F9BE-4DC9-B016-C012677E8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A0E9-AF41-4FD2-816B-A0379F5195AE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979B10-AAB0-43F8-B639-EAD31B5A6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F84A4F-D1CC-41E6-A7AD-103D6E238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C8D4-6C9A-4B7A-A82F-0D5DAE680C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290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2DF5F6-8844-4178-A72E-E32FAAD71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04273B-A336-48E8-94E3-06198D5F7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338696-52F2-4A2D-A70B-952999B53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A0E9-AF41-4FD2-816B-A0379F5195AE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06ECE3-3068-4C38-B60E-EE84716C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785A67-38D4-4629-B5C8-38E7A162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C8D4-6C9A-4B7A-A82F-0D5DAE680C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1217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8C10A-FF5C-4B54-BBD2-67AA1DBE2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BE63E6-2F60-43E5-9FBB-CA9A82704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E2CC71-2CD1-4765-BC84-322DCA340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A0E9-AF41-4FD2-816B-A0379F5195AE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4F8212-1A7A-495B-BB14-15FC3226C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38BFC5-4108-42EA-947A-1C4BD08F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C8D4-6C9A-4B7A-A82F-0D5DAE680C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5634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A26D9-C605-4281-964A-A200A224D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9D79E8-3C1C-4079-9D84-C7CFA1361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F5EC42-EE6D-4E4D-BA30-292514270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4D1231-DAC8-44B7-8F22-845E2E9E4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A0E9-AF41-4FD2-816B-A0379F5195AE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BD3E61-E5EA-4CE1-907F-AB41D2CB4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00C8FE-3E22-4744-A733-509F9BC53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C8D4-6C9A-4B7A-A82F-0D5DAE680C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6997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0DB8-3AEC-4E9A-A5E5-3135A4554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277B63-5408-4121-8B64-872E9916E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CBB8F8E-4489-4BDF-B9D7-BE3E21247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9B67DD-9FE7-48ED-8A0B-82B51FF5D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28EAAA2-6EE2-4C61-969C-BCB5EE5530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BDF8805-55F6-4697-BB6F-CBD755687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A0E9-AF41-4FD2-816B-A0379F5195AE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5D838E7-5337-4E24-867F-51A94F34A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F88FA8F-1D0B-4997-92F2-0831FE261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C8D4-6C9A-4B7A-A82F-0D5DAE680C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4411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F1C4A-9080-425B-86C1-9FE9C61D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939E1AA-714D-4CDF-8AA6-66A7F8068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A0E9-AF41-4FD2-816B-A0379F5195AE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7D8B2D-E719-4D23-951E-FB27CF0EE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2D9F07-A9C2-44F0-8DC4-B55E1C9AA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C8D4-6C9A-4B7A-A82F-0D5DAE680C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698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ABA3D13-171A-45A7-A3C4-C62B63299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A0E9-AF41-4FD2-816B-A0379F5195AE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1CC06CA-86BF-4B19-A8FC-61F4D8938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F26D57-03AE-4474-AB6D-C444D7EF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C8D4-6C9A-4B7A-A82F-0D5DAE680C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9395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2332EA-08F0-403A-93E3-8933F8E48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ED900-A21D-4D04-8B8C-9E0C6199C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FEA146-0A2C-4340-9CC6-BCBB1566D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4735E7C-0E1C-41F5-A6DB-9B1E8AD8D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A0E9-AF41-4FD2-816B-A0379F5195AE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97486C-DF6B-42C9-8B3B-7CC48C400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ED6FA1-4022-4538-A518-A6AD94682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C8D4-6C9A-4B7A-A82F-0D5DAE680C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0677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F04F1B-6721-4CD0-990D-D3DD5711F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DC23776-07E9-491C-AACA-2AD6D77389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1C9737F-AA54-41FE-A303-7820368A5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B6B979-8DBF-44D6-9F34-83ED24DD0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A0E9-AF41-4FD2-816B-A0379F5195AE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3891EC-9921-4688-8D57-DF8581962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A368C6-217C-44CC-98C1-611D7425A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C8D4-6C9A-4B7A-A82F-0D5DAE680C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74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75943-B7E7-4364-8B4A-E9BBCC85C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59D73A3-EF54-4D44-964E-21F8D6475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5B34BE-A5EC-4A65-A7E8-77FA474F0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A0E9-AF41-4FD2-816B-A0379F5195AE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CD0D81-E2AC-4EE6-9CD4-B0A7B3B08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151584-B154-4092-BCB5-CB3C1BDC7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C8D4-6C9A-4B7A-A82F-0D5DAE680C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9910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3F3588D-F3F7-4820-86E9-AF8801046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AB81113-D5AE-41D8-B9B5-8D00E9BA0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7A496D-F1D8-46E7-9EE8-31561B63E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A0E9-AF41-4FD2-816B-A0379F5195AE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E5B956-64EA-4C0F-A407-9E38F61A3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1F38B7-6C54-4AAA-BBEB-1672A7815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C8D4-6C9A-4B7A-A82F-0D5DAE680C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662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88CA835-A514-4F57-9DC3-1E58EE44F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33F0BC-BC08-4ABC-AA68-29D00CF1E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932963-8468-4970-9DC9-9D3F31416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EA0E9-AF41-4FD2-816B-A0379F5195AE}" type="datetimeFigureOut">
              <a:rPr lang="es-ES" smtClean="0"/>
              <a:t>28/07/2026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C30678-9862-41C8-9D3A-8DD0A0240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0A4F44-E436-474E-A6A5-334E7D1969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2C8D4-6C9A-4B7A-A82F-0D5DAE680C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5263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780D8-2158-45E6-91CC-21C08292DB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49EADA-8D75-40CE-8A21-A67D23FFA0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BEB61B-AE19-42BB-8801-0BFAA1280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24" y="286871"/>
            <a:ext cx="10650070" cy="629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90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12F0D-BFC9-4CFE-A1FD-D259B98AC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409A66-CC06-4BE1-9DC0-52FDDFB27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06514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Samuel 🎂 González</dc:creator>
  <cp:lastModifiedBy>Samuel 🎂 González</cp:lastModifiedBy>
  <cp:revision>1</cp:revision>
  <dcterms:created xsi:type="dcterms:W3CDTF">2026-07-28T14:52:36Z</dcterms:created>
  <dcterms:modified xsi:type="dcterms:W3CDTF">2026-07-28T14:52:53Z</dcterms:modified>
</cp:coreProperties>
</file>